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82" y="6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5:42:47.2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8556 24575,'119'2'0,"128"-4"0,-225-1 0,-1-1 0,1-1 0,-1-1 0,30-13 0,15-3 0,-51 16 0,-1 1 0,25-15 0,-26 13 0,0 0 0,1 1 0,18-5 0,93-17 0,-82 21 0,-1-2 0,63-21 0,-12-14 0,50 0 0,-74 25 0,-60 15 0,0 0 0,0 0 0,0-1 0,0-1 0,0 1 0,13-13 0,-12 9 0,0 2 0,1-1 0,18-9 0,15-4 0,-1-3 0,-1-2 0,40-32 0,-40 35 0,-35 21 0,0-2 0,0 1 0,0-1 0,-1 0 0,0-1 0,8-5 0,13-13 0,1 0 0,1 3 0,36-21 0,10-6 0,-49 29 0,0-1 0,-1-1 0,-2-1 0,43-46 0,-61 61 0,0 1 0,1 0 0,0 0 0,0 0 0,0 1 0,1 0 0,9-5 0,-7 5 0,-1-1 0,0 0 0,0 0 0,8-8 0,0-1 0,1 1 0,20-12 0,-23 16 0,0-1 0,0 0 0,-1-1 0,18-20 0,-18 19 0,-1 0 0,2 1 0,27-18 0,3-2 0,23-20 0,44-36 0,-64 37 0,-38 38 0,1 1 0,0 0 0,19-16 0,131-97 0,-151 115 0,0 0 0,0 0 0,10-14 0,-10 12 0,0 0 0,16-14 0,-1 3 0,43-49 0,-16 24 0,-39 37 0,-1 0 0,0-1 0,15-18 0,18-21 0,-30 35 0,0-1 0,11-17 0,-18 21 0,1 0 0,0 0 0,1 1 0,1 1 0,-1 0 0,15-11 0,-16 13 0,0 1 0,-1-1 0,0 0 0,0-1 0,0 0 0,8-15 0,-9 13 0,2 0 0,-1 0 0,2 0 0,9-9 0,-7 8 0,-1 0 0,0-1 0,-1-1 0,0 1 0,11-27 0,-13 26 0,0 0 0,1 1 0,1 0 0,0 0 0,0 1 0,14-14 0,-11 14 0,-2 1 0,1-2 0,-1 1 0,15-27 0,-13 19 0,-6 12 0,1-1 0,0 2 0,0-1 0,1 1 0,10-8 0,-10 9 0,0-1 0,0 0 0,0-1 0,-1 1 0,9-14 0,0-5 0,1 2 0,29-33 0,-25 32 0,20-32 0,3-4 0,56-83 0,-66 102 0,-26 34 0,-1-1 0,0 0 0,8-13 0,19-35 0,44-57 0,-69 101 0,-1-1 0,0 0 0,9-25 0,-11 23 0,1 1 0,0 0 0,11-16 0,10-14 0,-1-2 0,34-87 0,-18 49 0,-27 57 0,20-51 0,-28 57 0,1-7 0,2 1 0,1 0 0,25-43 0,-30 59 0,0-1 0,-2 0 0,1 0 0,6-28 0,7-18 0,-3 15 0,-10 26 0,16-33 0,1 2 0,-3-1 0,28-101 0,-43 136 0,1 0 0,1 0 0,1 1 0,8-14 0,-7 14 0,-1 0 0,0-1 0,10-30 0,32-109 0,-41 133 0,19-34 0,-18 36 0,-1 1 0,9-26 0,1-19 0,-14 40 0,2 0 0,1 0 0,1 1 0,15-29 0,-10 23 0,-1-1 0,-1 0 0,-2-1 0,0 0 0,-3-1 0,7-50 0,-8 56 0,0 1 0,1-1 0,2 1 0,12-26 0,-13 32 0,8-27 0,-2-1 0,10-58 0,-18 79 0,6-32 0,-3 0 0,-2 0 0,-1-68 0,-6 115 0,-1-3 0,1-1 0,0 1 0,1 0 0,1 0 0,0 0 0,1 0 0,0 0 0,6-15 0,-2 7 0,0 1 0,-2-2 0,-1 1 0,0 0 0,-2-1 0,0 0 0,-2-29 0,2-12 0,9-24 0,-6 58 0,2-41 0,-6 21 0,-1 6 0,2 0 0,9-56 0,15-83 0,-21 151 0,-3 15 0,1 0 0,0 0 0,1 0 0,8-19 0,-1 6 0,-2 0 0,-1-1 0,4-32 0,-5 27 0,17-118 0,-14 93 0,-8 37 0,2 1 0,0 0 0,1 1 0,2-1 0,14-34 0,-13 38 0,-1 0 0,10-36 0,7-21 0,-7 35 0,7-19 0,4 0 0,46-74 0,-60 112 0,0 1 0,25-26 0,-22 26 0,23-33 0,-28 35 0,1 0 0,25-26 0,-38 44 0,1 0 0,-1-1 0,0 1 0,0 0 0,1-1 0,-1 1 0,0 0 0,1 0 0,-1-1 0,0 1 0,1 0 0,-1 0 0,0-1 0,1 1 0,-1 0 0,0 0 0,1 0 0,-1 0 0,1 0 0,-1 0 0,0 0 0,1 0 0,-1-1 0,1 1 0,-1 1 0,0-1 0,1 0 0,-1 0 0,1 0 0,-1 0 0,0 0 0,1 0 0,-1 0 0,0 0 0,1 1 0,-1-1 0,0 0 0,1 0 0,-1 1 0,0-1 0,1 0 0,-1 0 0,0 1 0,1-1 0,-1 0 0,0 1 0,0-1 0,0 0 0,1 1 0,-1-1 0,0 0 0,0 1 0,0-1 0,0 1 0,0-1 0,0 0 0,0 1 0,1-1 0,-1 1 0,0 0 0,2 29 0,-1-26 0,-3 151 0,2 38 0,7-139 0,2-1 0,20 64 0,-1 1 0,-21-99 0,0 1 0,11 20 0,-9-24 0,-1 2 0,-1-1 0,4 20 0,0 9 0,33 120 0,-24-124 0,3 9 0,36 195 0,-49-195 0,-4-25 0,4 51 0,-8-57 0,2 0 0,0 0 0,1-1 0,15 35 0,-2-2 0,-9-16 0,8 58 0,-5-24 0,13 85 0,-23-141 0,0 0 0,2 0 0,0 0 0,0 0 0,9 15 0,-4-5 0,0 1 0,-1 0 0,-2 0 0,5 31 0,9 40 0,7 23 0,-22-90 0,1 7 0,-4-20 0,1 0 0,1 0 0,11 30 0,0-3 0,-2 0 0,-2 1 0,10 87 0,-12-67 0,-4-31 0,-2-11 0,0 1 0,1-1 0,2 0 0,0 0 0,1-1 0,13 25 0,-7-17 0,-1 1 0,-2 1 0,-1 0 0,-1 0 0,4 36 0,13 51 0,-20-102 0,0 1 0,1-1 0,14 28 0,-8-17 0,0 1 0,-2 1 0,-1-1 0,6 32 0,-6-21 0,21 54 0,17-4 0,-5 27 0,19 45 0,-47-131 0,63 145 0,-66-146 0,-5-11 0,1 0 0,17 30 0,-7-15 0,23 57 0,-12-25 0,7-6 0,-25-44 0,-1 0 0,10 20 0,-7-5 0,2-1 0,1-1 0,32 46 0,-35-56 0,0 1 0,-2 1 0,15 38 0,-16-36 0,0-1 0,1 0 0,17 25 0,-8-20 0,-1 0 0,-2 1 0,22 48 0,-31-59 0,1-1 0,0-1 0,22 28 0,-20-29 0,0 1 0,-1 0 0,-1 0 0,9 20 0,-8-15 0,0-1 0,1 0 0,1-1 0,23 27 0,19 32 0,35 54 0,-52-73 0,-20-30 0,29 37 0,18 23 0,3 5 0,40 54 0,33 27 0,-100-121 0,-32-40 0,1-1 0,0 0 0,1-1 0,0 0 0,1 0 0,10 8 0,-2-3 0,-1 1 0,-1 1 0,-1 0 0,0 1 0,13 22 0,23 26 0,-1-11 0,-24-28 0,29 41 0,-32-38 0,1-1 0,1-1 0,36 30 0,-53-50 0,-1 0 0,0 1 0,0 0 0,7 13 0,18 24 0,59 56 0,-46-61 0,-38-35 0,1 0 0,-1 0 0,-1 0 0,1 1 0,-1 0 0,0 0 0,-1 0 0,6 10 0,-2-2 0,1 0 0,1 0 0,0-1 0,20 19 0,10 13 0,-19-21 0,1-2 0,39 31 0,-44-38 0,35 22 0,-42-31 0,1 1 0,-1 0 0,0 1 0,-1 0 0,0 1 0,11 14 0,-11-13 0,0 0 0,1 0 0,0-1 0,0-1 0,1 0 0,14 8 0,36 30 0,50 44 0,-91-75 0,15 12 0,-17-12 0,0-1 0,2-1 0,37 20 0,-45-26 0,0 0 0,0 0 0,20 17 0,25 18 0,-31-29 0,-2 1 0,0 1 0,-1 1 0,39 37 0,-57-49 0,0 0 0,0 0 0,0-1 0,1 0 0,11 6 0,-10-7 0,0 1 0,-1 1 0,0-1 0,7 7 0,12 10 0,1-1 0,1-1 0,40 20 0,-54-30 0,-1 0 0,0 1 0,15 14 0,28 22 0,-15-21 0,-24-15 0,-1 0 0,0 0 0,23 22 0,-28-23 0,1 0 0,0 0 0,26 13 0,22 17 0,104 81 0,-59-45 0,-92-66 0,1-1 0,-1-1 0,16 6 0,-15-7 0,0 1 0,0 0 0,14 10 0,-4-1 0,0-2 0,2 0 0,-1-2 0,2-1 0,29 9 0,-48-17 0,51 26 0,-10-3 0,6-5 0,93 20 0,-141-39 0,14 3 0,0 1 0,0 1 0,31 15 0,-30-11 0,2-1 0,0-1 0,0-1 0,0-2 0,28 5 0,43 10 0,26 3 0,-102-21 0,-1 1 0,1 2 0,-2-1 0,31 16 0,-32-14 0,1 0 0,0 0 0,0-2 0,0 0 0,31 4 0,65 8 0,-71-10 0,82 19 0,-68-4 0,-45-17 0,0 0 0,0-1 0,1 0 0,12 2 0,26 0 0,-1-3 0,92-5 0,-40-1 0,552 3 0,-623 2 0,53 9 0,-52-6 0,43 3 0,111-9-1365,-161 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5:43:12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4138 24575,'0'3'0,"0"-1"0,1 1 0,-1-1 0,0 1 0,1-1 0,0 0 0,0 1 0,-1-1 0,1 0 0,1 0 0,-1 1 0,0-1 0,1 0 0,-1 0 0,1 0 0,-1-1 0,1 1 0,0 0 0,0 0 0,0-1 0,0 1 0,4 1 0,4 2 0,0 0 0,1 0 0,20 4 0,5 3 0,-16-4 0,1 0 0,-1-2 0,2 0 0,-1-1 0,1-2 0,-1 0 0,1-1 0,33-2 0,37 1 0,97-5 0,-105-8 0,-56 7 0,45-2 0,-37 4 0,37-6 0,-37 3 0,39-1 0,-59 7 0,0-1 0,-1-1 0,1 0 0,0-2 0,-1 1 0,0-2 0,1 0 0,-2-1 0,20-10 0,5-3 0,55-20 0,-56 25 0,-1-2 0,35-20 0,-44 21 0,49-19 0,-56 27 0,0-2 0,0-1 0,-1 0 0,-1-1 0,23-18 0,79-84 0,-78 69 0,60-46 0,-4 6 0,-60 50 0,72-50 0,-100 76 0,-1 0 0,1-1 0,-1-1 0,-1 0 0,8-10 0,-7 7 0,1 2 0,0-1 0,16-11 0,-15 12 0,0 0 0,0 0 0,13-18 0,-17 19 0,0 0 0,1 1 0,0 0 0,0 0 0,1 1 0,18-12 0,-7 7 0,-1-1 0,-1 0 0,23-23 0,-3 3 0,0-7 0,-33 33 0,0 1 0,0 0 0,1 1 0,0-1 0,0 1 0,9-5 0,15-9 0,-1-2 0,-1 0 0,-1-2 0,-1-1 0,39-48 0,-54 60 0,1 2 0,0-1 0,1 2 0,21-13 0,-16 10 0,-1 0 0,17-16 0,-16 10 0,1 2 0,0 0 0,43-28 0,-54 39 0,0 0 0,-1-1 0,1 0 0,-2-1 0,14-16 0,-15 16 0,1 1 0,0-1 0,0 1 0,0 1 0,1-1 0,0 1 0,10-5 0,-6 3 0,1 0 0,-1 0 0,0-1 0,-1-1 0,12-12 0,15-13 0,68-41 0,-75 47 0,-17 15 0,0 0 0,1 2 0,27-18 0,-11 8 0,-2-1 0,0-1 0,-1-1 0,34-42 0,-56 61 0,-6 6 0,11-13 0,1 1 0,0 0 0,0 1 0,1 1 0,21-14 0,-12 9 0,-1 0 0,0-2 0,20-21 0,-7 8 0,12-21 0,-36 39 0,0 1 0,0 0 0,20-16 0,-16 16 0,-2-1 0,0 0 0,13-15 0,-15 14 0,2 0 0,0 1 0,16-13 0,-18 17 0,0-1 0,-1 0 0,0 0 0,-1-1 0,1-1 0,-2 1 0,0-1 0,7-14 0,-4 10 0,0 1 0,1 0 0,0 1 0,18-16 0,-16 17 0,-1-1 0,0-1 0,0 0 0,9-15 0,-12 14 0,2 1 0,0 0 0,25-24 0,-1 1 0,-5-6 0,-23 32 0,-1 1 0,17-19 0,0 4 0,18-29 0,18-19 0,31-37 0,4-6 0,-54 62 0,2-1 0,98-84 0,-134 132 0,-1 1 0,0-1 0,0 1 0,0-2 0,6-13 0,-7 13 0,0 1 0,1-1 0,-1 1 0,2 0 0,9-12 0,6 1 0,-8 7 0,-1 0 0,19-24 0,-22 24 0,1 0 0,0 1 0,19-15 0,-17 16 0,0-2 0,17-19 0,-14 16 0,0 0 0,1 1 0,1 0 0,0 2 0,1 0 0,30-14 0,36-18 0,-70 35 0,1 0 0,0 1 0,1 0 0,0 1 0,0 1 0,0 1 0,32-5 0,-15 6 0,-1 1 0,1 2 0,35 4 0,-55-3 0,0 1 0,-1 0 0,1 1 0,-1 1 0,0 0 0,0 0 0,12 7 0,-17-7 0,0 0 0,0 0 0,-1 1 0,1 0 0,-1 0 0,0 1 0,-1 0 0,1-1 0,-1 2 0,-1-1 0,1 1 0,4 7 0,41 73 0,-34-63 0,-1 1 0,-2 1 0,0 0 0,12 38 0,-18-38 0,2-1 0,0-1 0,2 0 0,0 0 0,27 40 0,-29-48 0,0 0 0,-1 1 0,11 31 0,-12-29 0,0 0 0,19 32 0,-20-42 0,8 13 0,0 0 0,-2 2 0,12 28 0,-7-11 0,28 48 0,-6-12 0,-7 5 0,-23-57 0,0-1 0,2 0 0,19 34 0,-10-25 0,-2 1 0,20 52 0,-15-32 0,-15-38 0,1-1 0,20 27 0,12 21 0,-29-39 0,9 18 0,42 62 0,-48-80 0,21 41 0,-25-42 0,1-1 0,23 32 0,70 91 0,-88-124 0,-1 1 0,-1 0 0,21 42 0,-31-56 0,-1-1 0,1 1 0,1-1 0,-1-1 0,1 1 0,9 7 0,-8-7 0,0 0 0,0 1 0,0 0 0,6 10 0,-3 0 0,2-1 0,0 0 0,1-1 0,18 19 0,-13-16 0,-1 2 0,16 25 0,24 28 0,0-3 0,-41-49 0,1-1 0,1 0 0,33 28 0,-38-37 0,0 0 0,13 18 0,13 13 0,1 5 0,-33-38 0,0 0 0,1-1 0,0 0 0,13 11 0,13 4 0,-23-17 0,-1 0 0,1 1 0,-1 1 0,11 12 0,-10-10 0,0-1 0,0 0 0,0-1 0,21 12 0,-19-13 0,0 1 0,-1 1 0,0 0 0,14 15 0,63 67 0,-38-42 0,109 109 0,-107-107 0,-31-29 0,1 0 0,1-2 0,40 27 0,5 3 0,-53-37 0,1-1 0,1-1 0,36 20 0,53 24 0,-74-37 0,0-1 0,42 15 0,-49-22 0,0 1 0,0 1 0,31 23 0,-27-16 0,45 20 0,-61-32 0,0 1 0,0 0 0,24 21 0,11 8 0,-3-7 0,-29-18 0,0-1 0,1 0 0,0-2 0,1 0 0,0-1 0,0-1 0,29 9 0,-35-15 0,152 29 0,-101-20 0,-39-6 0,41 3 0,-48-5 0,0 0 0,-1 1 0,1 1 0,-1 0 0,-1 2 0,20 9 0,22 8 0,91 31 0,-128-47 0,-1 2 0,20 12 0,13 6 0,-16-7 0,-28-15 0,0-1 0,0 0 0,19 7 0,-3-3 0,0 1 0,41 24 0,-39-18 0,47 17 0,-47-21 0,1 1 0,35 23 0,-34-19 0,50 23 0,-27-26 0,-42-12 0,0 1 0,1 0 0,-1 0 0,-1 1 0,1 0 0,11 7 0,8 6 0,0-2 0,1-1 0,41 13 0,-37-15 0,0 2 0,45 26 0,-33-15 0,60 24 0,-52-25 0,5 6 0,-35-17 0,47 19 0,80 22 0,-58-10 0,71 9 0,-78-26 0,8 17 0,-54-28 0,8 3 0,87 21 0,-115-34 0,0 0 0,0 2 0,22 11 0,-26-11 0,-1-1 0,1 0 0,1-1 0,-1-1 0,1-1 0,23 3 0,51 5 0,-51-5 0,46 0 0,475-8 0,-504 6-1365,-36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5:49:41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9165 24575,'695'0'0,"-682"-1"0,0-1 0,-1 0 0,1-1 0,-1 0 0,1-1 0,12-6 0,-10 5 0,0 0 0,0 0 0,28-4 0,29 5 0,81 7 0,54-3 0,-123-12 0,-54 6 0,45-1 0,-34 6 0,8 1 0,90-13 0,-97 7 0,68 0 0,-71 5 0,0-1 0,46-9 0,-28 3 0,-44 7 0,0-1 0,0 0 0,0 0 0,0-2 0,22-8 0,-3 0 0,1 1 0,0 2 0,0 1 0,66-7 0,58-8 0,-29-1 0,-110 18 0,0 0 0,31-16 0,-35 14 0,1 2 0,-1-1 0,1 2 0,31-8 0,4 6 0,159-29 0,-194 33 0,-1 0 0,0-1 0,0 0 0,0 0 0,15-8 0,-4 1 0,0 2 0,0 1 0,0 1 0,38-5 0,46-13 0,-82 15 0,0-2 0,0-1 0,28-19 0,-25 15 0,53-24 0,-68 36 0,0-2 0,0 0 0,0 0 0,-1-1 0,0-1 0,18-15 0,-18 13 0,0 1 0,1 1 0,0 0 0,0 0 0,25-8 0,-38 16 0,9-5 0,-1 0 0,0 0 0,17-15 0,11-7 0,-20 16 0,16-9 0,0-1 0,42-38 0,-60 46 0,0 1 0,21-12 0,-24 18 0,-1-2 0,0 0 0,0 0 0,-1-2 0,17-17 0,-9 6 0,32-29 0,16-17 0,-52 51 0,2 1 0,-1 1 0,25-16 0,-4 2 0,2 0 0,-26 19 0,0 0 0,0 0 0,-1-1 0,0-1 0,10-13 0,-6 5 0,2 2 0,0 0 0,1 1 0,1 1 0,23-15 0,44-36 0,-56 35 0,-2-1 0,-1-1 0,-1-1 0,31-56 0,-14 23 0,21-35 0,-17 24 0,-29 50 0,-2-1 0,16-34 0,-26 49 0,1 0 0,1 0 0,19-23 0,-16 22 0,21-36 0,-23 30 0,-2 0 0,12-45 0,-15 45 0,1 2 0,1-1 0,16-33 0,-13 32 0,-1 0 0,-1 0 0,-1-1 0,6-36 0,35-190 0,-45 235 0,-1 2 0,0-1 0,2 1 0,-1 0 0,1 0 0,8-14 0,-2 2 0,-1 0 0,0 0 0,-2-1 0,4-26 0,38-198 0,-46 227 0,-1-1 0,0-23 0,-2 32 0,0 0 0,1-1 0,0 1 0,1 0 0,1 0 0,0 0 0,9-22 0,-6 21 0,0 0 0,-1-1 0,-1 0 0,0 0 0,-1 0 0,1-22 0,-5-99 0,-1 103 0,1 0 0,2 1 0,10-67 0,-6 66 0,0-1 0,-1-52 0,-2 17 0,12-20 0,-6 51 0,3-10 0,2-26 0,-10 60 0,0 0 0,1 0 0,0 0 0,10-22 0,6-20 0,-15 39 0,2-5 0,-1-1 0,-2 0 0,4-40 0,4-41 0,-6 67 0,1-38 0,5-49 0,0 1 0,-12-126 0,1 238 0,0 0 0,1 0 0,1 0 0,0 0 0,0 0 0,8-15 0,-5 13 0,-2 0 0,1 0 0,-2-1 0,3-15 0,-1-60 0,-4 51 0,9-62 0,-6 71 0,1-59 0,-5 61 0,1 0 0,9-51 0,-4 50 0,-2-1 0,0-36 0,-3 34 0,10-60 0,-1 20 0,-9 55 0,1 1 0,1-1 0,0 1 0,1 0 0,8-20 0,-3 11 0,-1-1 0,-1 0 0,-1 0 0,3-33 0,-2 13 0,-4 25 0,37-182 0,-30 175 0,1-1 0,24-45 0,8-18 0,-32 65 0,1 0 0,1 0 0,23-35 0,-20 35 0,-2 0 0,-1-1 0,-1 0 0,12-41 0,-13 36 0,-1 10 0,0 1 0,2 0 0,21-31 0,5-9 0,-23 38 0,36-44 0,2-2 0,-46 60 0,1 1 0,1-1 0,0 1 0,19-15 0,-16 14 0,0-1 0,14-15 0,-12 12 0,1 0 0,1 2 0,0 0 0,1 0 0,0 2 0,26-12 0,-36 18 0,116-65 0,-96 52 0,1 2 0,1 1 0,51-18 0,-63 26 0,0-2 0,23-13 0,-26 12 0,1 1 0,0 1 0,22-7 0,-12 7 0,0-1 0,-1 0 0,0-2 0,-1-1 0,28-17 0,-23 12 0,0 1 0,48-18 0,2-2 0,-44 16 0,-28 14 0,2 0 0,-1 1 0,0 0 0,1 1 0,8-4 0,273-69 0,-272 72 0,-2 1 0,0 0 0,0-1 0,23-11 0,-11 4 0,1 1 0,-1 2 0,1 0 0,1 2 0,-1 1 0,1 1 0,0 2 0,35 1 0,-34 0 0,54-10 0,-50 5 0,38-1 0,-55 7 0,32-1 0,83-12 0,-76 5 0,-41 7 0,0 0 0,0-2 0,0 0 0,0 0 0,19-9 0,-9 3 0,0 1 0,1 1 0,0 2 0,34-4 0,-15 2 0,-4 2 0,68 1 0,-70 4 0,74-9 0,-58 2 0,0 3 0,60 3 0,33-3 0,-117 1 0,1-3 0,32-9 0,-9-6 0,-45 15 0,1 2 0,0-1 0,1 2 0,13-4 0,65-6 0,1 3 0,99 4 0,849 7 0,-553-2 0,-447 3 0,51 9 0,30 1 0,87-13 0,84 3 0,-195 9 0,27 2 0,1-13-1365,-98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5:50:05.2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8021 24575,'24'0'0,"57"2"0,-35 0 0,87-8 0,-118 3 0,0-1 0,0-1 0,0 0 0,23-13 0,12-3 0,4-2 0,-35 14 0,1 1 0,0 1 0,37-9 0,-39 12 0,1-1 0,-1-1 0,32-16 0,-33 14 0,1 1 0,0 0 0,0 1 0,23-4 0,65-14 0,6 0 0,-96 21 0,-1-1 0,1-1 0,26-12 0,21-6 0,141-38 0,-157 47 0,-29 10 0,0-2 0,19-8 0,116-40 0,-31 12 0,-107 35 0,-1-1 0,22-15 0,24-12 0,-15 16 0,-28 14 0,0-2 0,-1 0 0,1-1 0,-2-1 0,1-1 0,24-19 0,-27 18 0,2 1 0,-1 0 0,2 1 0,-1 0 0,1 1 0,19-6 0,44-24 0,33-18 0,-59 31 0,-28 11 0,36-25 0,-43 26 0,1 1 0,0 0 0,35-14 0,-38 19 0,-2-1 0,1 0 0,-1-1 0,22-18 0,6-3 0,-5 6 0,-1-2 0,-1-1 0,45-45 0,-55 46 0,2 0 0,1 2 0,61-40 0,-78 56 0,-1 0 0,1-1 0,-1-1 0,-1 1 0,10-13 0,-9 9 0,2 1 0,22-19 0,14-12 0,-33 30 0,0 0 0,21-15 0,-27 22 0,-1-1 0,1 0 0,-2 0 0,1-1 0,-1 0 0,0 0 0,-1-1 0,0 0 0,8-14 0,-5 8 0,-4 8 0,1 1 0,-1 0 0,1 0 0,0 0 0,1 1 0,-1 0 0,15-9 0,25-20 0,8-13 0,-39 36 0,0-1 0,-2 0 0,1-2 0,14-18 0,-19 21 0,0 0 0,1 2 0,21-18 0,-19 17 0,0-1 0,15-17 0,-17 17 0,0 1 0,1 1 0,0-1 0,24-13 0,-22 14 0,0 0 0,0 0 0,-1-1 0,12-14 0,70-72 0,-47 49 0,-28 28 0,138-136 0,-111 123 0,-39 27 0,1 1 0,-1-1 0,0 0 0,0-1 0,-1 0 0,10-10 0,-1-3 0,18-24 0,1 2 0,44-40 0,-53 55 0,-1-1 0,35-49 0,-2 2 0,-26 39 0,-19 23 0,-1-1 0,0 0 0,-1-1 0,14-24 0,-8 9 0,3 0 0,28-36 0,-23 34 0,29-50 0,-45 67 0,1 2 0,14-18 0,-13 18 0,0 0 0,13-23 0,-16 23 0,0 0 0,2 0 0,-1 1 0,16-15 0,-13 14 0,4-7 0,0-1 0,20-36 0,-25 37 0,1 1 0,1 0 0,1 1 0,18-20 0,-21 27 0,-1-2 0,0 1 0,-1-1 0,0-1 0,6-13 0,-7 12 0,1 1 0,0 0 0,1 0 0,12-13 0,-7 9 0,0-1 0,-1 0 0,19-37 0,-20 34 0,0 0 0,2 1 0,15-19 0,-19 27 0,-1-1 0,0 0 0,-1 0 0,-1-1 0,11-26 0,-14 30 0,2-1 0,0 1 0,0 0 0,1 0 0,9-10 0,-7 9 0,-1 1 0,0-1 0,6-13 0,9-25 0,-16 31 0,0 2 0,2-1 0,0 1 0,20-27 0,-16 25 0,0 0 0,-2-1 0,0-1 0,-1 0 0,11-33 0,1 0 0,-14 37 0,1 1 0,11-15 0,-11 16 0,0 0 0,10-22 0,37-114 0,-34 106 0,-18 38 0,0-1 0,0 0 0,-1 0 0,0 0 0,0 0 0,2-10 0,-2-9 0,0 0 0,-2 0 0,-3-33 0,1 35 0,1 0 0,0 0 0,2 0 0,6-30 0,0 18 0,3-13 0,28-74 0,-32 109 0,0-1 0,15-20 0,-12 21 0,-1-1 0,8-17 0,6-21 0,58-99 0,-34 69 0,-37 62 0,2 0 0,0 0 0,1 2 0,1-1 0,24-25 0,-32 38 0,0 0 0,0 0 0,-1-1 0,0 1 0,4-10 0,-5 9 0,0 1 0,0-1 0,1 1 0,1 0 0,10-12 0,1 4 0,-10 9 0,0 0 0,0 0 0,-1 0 0,0-1 0,0 0 0,-1-1 0,7-10 0,-8 9 0,1 1 0,0 0 0,1 0 0,0 0 0,0 0 0,0 1 0,1 0 0,0 0 0,1 1 0,0 0 0,13-8 0,39-35 0,-45 36 0,0-1 0,21-11 0,33-21 0,-34 22 0,1 2 0,48-23 0,-59 32 0,44-29 0,-37 22 0,3-2 0,41-17 0,-58 29 0,-1 0 0,20-15 0,28-16 0,120-61 0,-126 69 0,-31 18 0,-2 0 0,34-26 0,-45 31 0,0 0 0,1 1 0,0 0 0,32-11 0,4-3 0,0-9 0,-42 24 0,1 1 0,1 0 0,0 1 0,17-7 0,180-43 0,-194 50 0,0 0 0,0-1 0,17-11 0,-18 10 0,0 0 0,1 1 0,20-7 0,21-1 0,-40 13 0,-1-2 0,1 0 0,-1-1 0,0 0 0,-1-1 0,19-11 0,-12 4 0,1 1 0,0 1 0,0 1 0,38-10 0,100-21 0,-139 37 0,178-55 0,-143 39 0,2 2 0,87-14 0,-129 30 0,1-1 0,-1 0 0,0-1 0,22-9 0,-13 4 0,1 1 0,0 1 0,53-6 0,-20 4 0,-30 5 0,47 1 0,-49 2 0,-1 0 0,41-8 0,-25 2 0,0 3 0,0 1 0,67 3 0,40-1 0,-65-11 0,-54 7 0,44-3 0,20 10 0,-56 0 0,0-2 0,42-5 0,-69 3 0,-1-1 0,1 0 0,0-1 0,12-6 0,-12 5 0,0 0 0,0 1 0,18-4 0,1 5 0,0 0 0,51 3 0,-54 2 0,0-2 0,0-1 0,47-9 0,-35 4 0,0 1 0,74 0 0,-70 5 0,-1-2 0,50-9 0,-61 6 0,-1 2 0,48 1 0,-49 3 0,0-2 0,57-9 0,-59 5 0,0 2 0,32 0 0,27-3 0,-74 3 0,0 0 0,-1 0 0,21-10 0,-20 8 0,-1 0 0,2 1 0,13-4 0,12 3 0,39 0 0,34-5 0,12-2 0,3 0 0,-83 6 0,51 0 0,-53 5 0,65-11 0,-53 5 0,0 2 0,1 3 0,53 5 0,-15-2 0,-79-2 0,-1 0 0,0-1 0,0-1 0,0 0 0,0 0 0,15-8 0,-14 6 0,2 0 0,-1 0 0,0 2 0,17-3 0,242 3 0,-141 5 0,147-2-1365,-253 0-5461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11E97-2D7A-5820-70D8-E967F4558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80224F-DDEE-8ADB-C13A-C5FE09655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F33AF-65E0-8B9D-3B03-6A57A7E09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40F1-4695-4CB5-A5DB-E5AFFEF7115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E6338-E54F-0ED1-580A-A7E305E8B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B4B68-F57B-FF90-F34C-0EAC2AD09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7D47-EAD1-4A38-8AF4-396ADC87E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840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F025F-D7EA-1845-E540-6104202FD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F8BAF-0210-C0B0-E2B6-C64405E92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825EB-F17F-2FD4-E22F-95CEDD2B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40F1-4695-4CB5-A5DB-E5AFFEF7115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721F6-5E66-3A67-9C8D-A1770D9BD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4D319-23F2-76FB-649A-203863F15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7D47-EAD1-4A38-8AF4-396ADC87E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6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BBABD-9A3B-EFD2-6D20-3CEF6D954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8030A-A9AB-2158-7B21-46AB878CB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15CDA-9409-D821-9463-5C345DD86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40F1-4695-4CB5-A5DB-E5AFFEF7115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9B4AA-E267-8E74-303A-2E44BA6F6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E1404-F1B4-D4BA-066B-B08B5B429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7D47-EAD1-4A38-8AF4-396ADC87E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53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0C15E-249C-7E94-F4D9-52CADF222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76E7B-6BDB-1311-C738-90D55F6213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4DC4DF-B77A-F569-9D40-BFB27448A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C0777-701E-CBEF-6D67-4AF7ECBE5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40F1-4695-4CB5-A5DB-E5AFFEF7115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9D4FB-AD56-427E-7658-0BCDC81B1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BC6FF-EBFE-FAC4-8B7D-28AD29CDF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7D47-EAD1-4A38-8AF4-396ADC87E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51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403C-8C8E-3348-85EA-B734027DD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F7B95-DBD1-EF51-39DC-46A1B40CA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B37717-D20F-FFCD-819E-F5081C3F2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4F968B-082E-3549-4217-3BF8F9850B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67B263-AED2-F00A-921D-5F46967BF5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EE5C1C-19FE-8D31-CA5D-E72E518A4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40F1-4695-4CB5-A5DB-E5AFFEF7115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02DB3-4C3B-DB0F-6720-72DAF701B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05AA4-6003-B43F-C6F5-D34D24CAB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7D47-EAD1-4A38-8AF4-396ADC87E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580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42413-20B4-5EED-3C2B-B0F03D343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278B13-FFA9-C913-9B5A-DDDFD15B6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40F1-4695-4CB5-A5DB-E5AFFEF7115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3B3AF-53B3-D2D0-7883-5953A942E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6FC54-B1F6-F9D6-0857-BA4E15828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7D47-EAD1-4A38-8AF4-396ADC87E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465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F978B-1A44-3FAF-A621-AC21A5546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40F1-4695-4CB5-A5DB-E5AFFEF7115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E969B5-C270-5920-8CBC-AF714ED2A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AA871-FB8A-A7B3-C7F4-E29466245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7D47-EAD1-4A38-8AF4-396ADC87E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52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7B570-1FD2-AE06-8609-AFB8644AF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00621-13B0-3083-8D26-6A722BCA9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F17C2-3EEC-71FA-FA6D-3D54658E5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23289-9F03-459D-5C35-48B915DF4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40F1-4695-4CB5-A5DB-E5AFFEF7115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7299C-D598-EA64-D128-C508776A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D0DA8-54B7-F9A1-954D-26F6463C6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7D47-EAD1-4A38-8AF4-396ADC87E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181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13C53-4638-6FC9-E3AA-21D7DDEC6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1AC5C1-6705-060A-5436-A1972343B1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FC455-6CA2-A2FE-6BDA-25C53BC33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A5A471-EB1D-8A99-EA68-DCB62440A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40F1-4695-4CB5-A5DB-E5AFFEF7115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D8F33-624D-C240-D075-785E1F817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E96588-EB7C-BC46-C9E1-3827CED98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7D47-EAD1-4A38-8AF4-396ADC87E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63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03939-597E-A1D9-6FBC-D48369AF9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51A5C1-EB19-EA2F-D04E-E7BCFFE6A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B26DA-5B2D-B250-9A40-A6F25AC84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40F1-4695-4CB5-A5DB-E5AFFEF7115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3068D-371C-01E2-986A-D04CB7BC5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C3EB1-BF14-2E0E-D4EF-F725B83F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7D47-EAD1-4A38-8AF4-396ADC87E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59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E7D7A5-ABFE-1B69-D73C-7C2EA716D3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3BA1A-F699-B143-45EB-A5F0362B4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FCDF4-EDF4-2734-FE6E-63FAAD7A7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40F1-4695-4CB5-A5DB-E5AFFEF7115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73CC1-416D-1516-2A4B-50A40D57D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8DF5C-28F3-8537-994A-95DBAF167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67D47-EAD1-4A38-8AF4-396ADC87E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02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A74449-0845-FBA9-18DD-98EE72B62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D13D0-4790-5321-5C51-7BB76FD691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B5155-2BCF-AED6-CB2B-0E19E0A245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C840F1-4695-4CB5-A5DB-E5AFFEF7115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00EBD-78BB-5CD5-7F8C-3F58CB6520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0ED63-54E8-B870-484F-526F60446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567D47-EAD1-4A38-8AF4-396ADC87E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05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customXml" Target="../ink/ink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231BE07-9485-E995-3538-8D05661EF8A5}"/>
              </a:ext>
            </a:extLst>
          </p:cNvPr>
          <p:cNvCxnSpPr>
            <a:cxnSpLocks/>
          </p:cNvCxnSpPr>
          <p:nvPr/>
        </p:nvCxnSpPr>
        <p:spPr>
          <a:xfrm flipV="1">
            <a:off x="3355041" y="692524"/>
            <a:ext cx="0" cy="36441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D66133-4DA5-387F-2E30-F00355428620}"/>
              </a:ext>
            </a:extLst>
          </p:cNvPr>
          <p:cNvCxnSpPr>
            <a:cxnSpLocks/>
          </p:cNvCxnSpPr>
          <p:nvPr/>
        </p:nvCxnSpPr>
        <p:spPr>
          <a:xfrm>
            <a:off x="3355041" y="4336676"/>
            <a:ext cx="55200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465190E-D664-4BCD-DAB1-AA8E8070CA5B}"/>
                  </a:ext>
                </a:extLst>
              </p14:cNvPr>
              <p14:cNvContentPartPr/>
              <p14:nvPr/>
            </p14:nvContentPartPr>
            <p14:xfrm>
              <a:off x="3352560" y="684798"/>
              <a:ext cx="5261040" cy="35380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465190E-D664-4BCD-DAB1-AA8E8070CA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46440" y="678678"/>
                <a:ext cx="5273280" cy="355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10B9003-F232-C601-E06D-922F915A2AF1}"/>
                  </a:ext>
                </a:extLst>
              </p14:cNvPr>
              <p14:cNvContentPartPr/>
              <p14:nvPr/>
            </p14:nvContentPartPr>
            <p14:xfrm>
              <a:off x="3379200" y="2275278"/>
              <a:ext cx="4996800" cy="20044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10B9003-F232-C601-E06D-922F915A2A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73080" y="2269158"/>
                <a:ext cx="5009040" cy="2016720"/>
              </a:xfrm>
              <a:prstGeom prst="rect">
                <a:avLst/>
              </a:prstGeom>
            </p:spPr>
          </p:pic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D428462-9329-8DC5-EFAD-D34D322CF9CB}"/>
              </a:ext>
            </a:extLst>
          </p:cNvPr>
          <p:cNvCxnSpPr>
            <a:cxnSpLocks/>
          </p:cNvCxnSpPr>
          <p:nvPr/>
        </p:nvCxnSpPr>
        <p:spPr>
          <a:xfrm>
            <a:off x="4607859" y="3209365"/>
            <a:ext cx="0" cy="112731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83457F4-6E9B-5D96-C1B4-E04430894390}"/>
              </a:ext>
            </a:extLst>
          </p:cNvPr>
          <p:cNvCxnSpPr>
            <a:cxnSpLocks/>
          </p:cNvCxnSpPr>
          <p:nvPr/>
        </p:nvCxnSpPr>
        <p:spPr>
          <a:xfrm>
            <a:off x="5540188" y="2275278"/>
            <a:ext cx="0" cy="206139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D428462-9329-8DC5-EFAD-D34D322CF9CB}"/>
              </a:ext>
            </a:extLst>
          </p:cNvPr>
          <p:cNvCxnSpPr>
            <a:cxnSpLocks/>
          </p:cNvCxnSpPr>
          <p:nvPr/>
        </p:nvCxnSpPr>
        <p:spPr>
          <a:xfrm>
            <a:off x="6642847" y="3659222"/>
            <a:ext cx="0" cy="677454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E25F822-9A58-5986-992F-F19E52582883}"/>
              </a:ext>
            </a:extLst>
          </p:cNvPr>
          <p:cNvSpPr txBox="1"/>
          <p:nvPr/>
        </p:nvSpPr>
        <p:spPr>
          <a:xfrm rot="16200000">
            <a:off x="1897417" y="2381260"/>
            <a:ext cx="2414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Normalized Amplitude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A473AD-546B-BF91-FEC0-8B687B5AD450}"/>
              </a:ext>
            </a:extLst>
          </p:cNvPr>
          <p:cNvSpPr txBox="1"/>
          <p:nvPr/>
        </p:nvSpPr>
        <p:spPr>
          <a:xfrm>
            <a:off x="4641576" y="4627254"/>
            <a:ext cx="1797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Frequency Ratio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67D7490-304D-2EA0-3AC5-2B4C55109CB5}"/>
              </a:ext>
            </a:extLst>
          </p:cNvPr>
          <p:cNvCxnSpPr>
            <a:cxnSpLocks/>
          </p:cNvCxnSpPr>
          <p:nvPr/>
        </p:nvCxnSpPr>
        <p:spPr>
          <a:xfrm flipH="1">
            <a:off x="5877600" y="1539438"/>
            <a:ext cx="2278800" cy="4686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A69A6ED-C691-8F6F-6BC9-47A6F98350EF}"/>
              </a:ext>
            </a:extLst>
          </p:cNvPr>
          <p:cNvSpPr txBox="1"/>
          <p:nvPr/>
        </p:nvSpPr>
        <p:spPr>
          <a:xfrm>
            <a:off x="8156400" y="1366945"/>
            <a:ext cx="200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damping ratio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5D7904C-D2C5-CFE3-F4D0-ECDCAD92F31F}"/>
              </a:ext>
            </a:extLst>
          </p:cNvPr>
          <p:cNvCxnSpPr>
            <a:cxnSpLocks/>
          </p:cNvCxnSpPr>
          <p:nvPr/>
        </p:nvCxnSpPr>
        <p:spPr>
          <a:xfrm flipH="1">
            <a:off x="6096000" y="2645092"/>
            <a:ext cx="2278800" cy="4686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0FF70B5-93B2-7D62-E0E4-8490963CD88C}"/>
              </a:ext>
            </a:extLst>
          </p:cNvPr>
          <p:cNvSpPr txBox="1"/>
          <p:nvPr/>
        </p:nvSpPr>
        <p:spPr>
          <a:xfrm>
            <a:off x="8374800" y="2453838"/>
            <a:ext cx="2056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damping ratio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222E6C8-C015-8DA3-1475-47360FC97D00}"/>
                  </a:ext>
                </a:extLst>
              </p:cNvPr>
              <p:cNvSpPr txBox="1"/>
              <p:nvPr/>
            </p:nvSpPr>
            <p:spPr>
              <a:xfrm>
                <a:off x="4408830" y="4336676"/>
                <a:ext cx="39805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222E6C8-C015-8DA3-1475-47360FC97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8830" y="4336676"/>
                <a:ext cx="398058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9EADEBF-1F2A-8767-8133-62FC9AF3EC21}"/>
                  </a:ext>
                </a:extLst>
              </p:cNvPr>
              <p:cNvSpPr txBox="1"/>
              <p:nvPr/>
            </p:nvSpPr>
            <p:spPr>
              <a:xfrm>
                <a:off x="6472517" y="4350255"/>
                <a:ext cx="39106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9EADEBF-1F2A-8767-8133-62FC9AF3E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2517" y="4350255"/>
                <a:ext cx="391069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3">
                <a:extLst>
                  <a:ext uri="{FF2B5EF4-FFF2-40B4-BE49-F238E27FC236}">
                    <a16:creationId xmlns:a16="http://schemas.microsoft.com/office/drawing/2014/main" id="{A222E6C8-C015-8DA3-1475-47360FC97D00}"/>
                  </a:ext>
                </a:extLst>
              </p:cNvPr>
              <p:cNvSpPr txBox="1"/>
              <p:nvPr/>
            </p:nvSpPr>
            <p:spPr>
              <a:xfrm>
                <a:off x="5409506" y="4350254"/>
                <a:ext cx="39363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6" name="TextBox 33">
                <a:extLst>
                  <a:ext uri="{FF2B5EF4-FFF2-40B4-BE49-F238E27FC236}">
                    <a16:creationId xmlns:a16="http://schemas.microsoft.com/office/drawing/2014/main" id="{A222E6C8-C015-8DA3-1475-47360FC97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506" y="4350254"/>
                <a:ext cx="393634" cy="553998"/>
              </a:xfrm>
              <a:prstGeom prst="rect">
                <a:avLst/>
              </a:prstGeom>
              <a:blipFill>
                <a:blip r:embed="rId8"/>
                <a:stretch>
                  <a:fillRect l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7230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1D65E-611F-1E1F-0979-6ADB8DFA3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CB3906E-09A3-B9FC-B541-EA4A345A09D8}"/>
              </a:ext>
            </a:extLst>
          </p:cNvPr>
          <p:cNvCxnSpPr>
            <a:cxnSpLocks/>
          </p:cNvCxnSpPr>
          <p:nvPr/>
        </p:nvCxnSpPr>
        <p:spPr>
          <a:xfrm flipV="1">
            <a:off x="3355041" y="692524"/>
            <a:ext cx="0" cy="36441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E378417-0409-DA7D-C7DF-43A5CEE2F11E}"/>
              </a:ext>
            </a:extLst>
          </p:cNvPr>
          <p:cNvCxnSpPr>
            <a:cxnSpLocks/>
          </p:cNvCxnSpPr>
          <p:nvPr/>
        </p:nvCxnSpPr>
        <p:spPr>
          <a:xfrm>
            <a:off x="3355041" y="4336676"/>
            <a:ext cx="55200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EE9C0B1-E0E6-B886-D876-240CBF2EF3DF}"/>
              </a:ext>
            </a:extLst>
          </p:cNvPr>
          <p:cNvCxnSpPr>
            <a:cxnSpLocks/>
          </p:cNvCxnSpPr>
          <p:nvPr/>
        </p:nvCxnSpPr>
        <p:spPr>
          <a:xfrm flipH="1">
            <a:off x="4607859" y="3612776"/>
            <a:ext cx="33717" cy="7239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E75A59B-B3AF-8F70-A7F6-DD07FECE3A32}"/>
              </a:ext>
            </a:extLst>
          </p:cNvPr>
          <p:cNvCxnSpPr>
            <a:cxnSpLocks/>
          </p:cNvCxnSpPr>
          <p:nvPr/>
        </p:nvCxnSpPr>
        <p:spPr>
          <a:xfrm>
            <a:off x="5540188" y="618565"/>
            <a:ext cx="0" cy="371811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B4EC185-D67B-3452-7893-583B56F5F087}"/>
              </a:ext>
            </a:extLst>
          </p:cNvPr>
          <p:cNvCxnSpPr>
            <a:cxnSpLocks/>
          </p:cNvCxnSpPr>
          <p:nvPr/>
        </p:nvCxnSpPr>
        <p:spPr>
          <a:xfrm flipH="1">
            <a:off x="6642847" y="569295"/>
            <a:ext cx="25204" cy="3767381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3D02B52-0F06-B060-4BD5-51C1280C5311}"/>
              </a:ext>
            </a:extLst>
          </p:cNvPr>
          <p:cNvSpPr txBox="1"/>
          <p:nvPr/>
        </p:nvSpPr>
        <p:spPr>
          <a:xfrm rot="16200000">
            <a:off x="2402236" y="2381260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Phase Angle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5AF8C8-F6F1-D61E-DF81-4E2FA6BF7D69}"/>
              </a:ext>
            </a:extLst>
          </p:cNvPr>
          <p:cNvSpPr txBox="1"/>
          <p:nvPr/>
        </p:nvSpPr>
        <p:spPr>
          <a:xfrm>
            <a:off x="4641576" y="4627254"/>
            <a:ext cx="1797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Frequency Ratio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A677D32-EA0B-2EA2-1B93-C1AA2368F6C9}"/>
              </a:ext>
            </a:extLst>
          </p:cNvPr>
          <p:cNvCxnSpPr>
            <a:cxnSpLocks/>
          </p:cNvCxnSpPr>
          <p:nvPr/>
        </p:nvCxnSpPr>
        <p:spPr>
          <a:xfrm flipH="1">
            <a:off x="8182680" y="557122"/>
            <a:ext cx="270521" cy="2849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9AE940F-D019-64E0-C49B-59F5A443F185}"/>
              </a:ext>
            </a:extLst>
          </p:cNvPr>
          <p:cNvSpPr txBox="1"/>
          <p:nvPr/>
        </p:nvSpPr>
        <p:spPr>
          <a:xfrm>
            <a:off x="8453201" y="384629"/>
            <a:ext cx="2006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 damping ratio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6A52133-6818-F33A-712D-452A95B9AE8C}"/>
              </a:ext>
            </a:extLst>
          </p:cNvPr>
          <p:cNvCxnSpPr>
            <a:cxnSpLocks/>
          </p:cNvCxnSpPr>
          <p:nvPr/>
        </p:nvCxnSpPr>
        <p:spPr>
          <a:xfrm flipH="1" flipV="1">
            <a:off x="7028329" y="1457529"/>
            <a:ext cx="1429429" cy="363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FAF94DA-6DCF-DFD3-516A-6DFA4D65B9E5}"/>
              </a:ext>
            </a:extLst>
          </p:cNvPr>
          <p:cNvSpPr txBox="1"/>
          <p:nvPr/>
        </p:nvSpPr>
        <p:spPr>
          <a:xfrm>
            <a:off x="8428322" y="1678983"/>
            <a:ext cx="2056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damping ratio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A610D45-EB51-4B22-D4A4-2580DC12AF92}"/>
                  </a:ext>
                </a:extLst>
              </p:cNvPr>
              <p:cNvSpPr txBox="1"/>
              <p:nvPr/>
            </p:nvSpPr>
            <p:spPr>
              <a:xfrm>
                <a:off x="4408830" y="4336676"/>
                <a:ext cx="39805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A610D45-EB51-4B22-D4A4-2580DC12A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8830" y="4336676"/>
                <a:ext cx="398058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EC9AC94-5113-4380-88AD-C802256CFBD7}"/>
                  </a:ext>
                </a:extLst>
              </p:cNvPr>
              <p:cNvSpPr txBox="1"/>
              <p:nvPr/>
            </p:nvSpPr>
            <p:spPr>
              <a:xfrm>
                <a:off x="6472517" y="4350255"/>
                <a:ext cx="39106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EC9AC94-5113-4380-88AD-C802256CF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2517" y="4350255"/>
                <a:ext cx="391069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3">
                <a:extLst>
                  <a:ext uri="{FF2B5EF4-FFF2-40B4-BE49-F238E27FC236}">
                    <a16:creationId xmlns:a16="http://schemas.microsoft.com/office/drawing/2014/main" id="{FFDA43E4-222E-032C-EA55-25416752C010}"/>
                  </a:ext>
                </a:extLst>
              </p:cNvPr>
              <p:cNvSpPr txBox="1"/>
              <p:nvPr/>
            </p:nvSpPr>
            <p:spPr>
              <a:xfrm>
                <a:off x="5409506" y="4350254"/>
                <a:ext cx="393634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6" name="TextBox 33">
                <a:extLst>
                  <a:ext uri="{FF2B5EF4-FFF2-40B4-BE49-F238E27FC236}">
                    <a16:creationId xmlns:a16="http://schemas.microsoft.com/office/drawing/2014/main" id="{FFDA43E4-222E-032C-EA55-25416752C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506" y="4350254"/>
                <a:ext cx="393634" cy="553998"/>
              </a:xfrm>
              <a:prstGeom prst="rect">
                <a:avLst/>
              </a:prstGeom>
              <a:blipFill>
                <a:blip r:embed="rId4"/>
                <a:stretch>
                  <a:fillRect l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728F15A-6416-86CB-90E1-BD0296031DC4}"/>
                  </a:ext>
                </a:extLst>
              </p14:cNvPr>
              <p14:cNvContentPartPr/>
              <p14:nvPr/>
            </p14:nvContentPartPr>
            <p14:xfrm>
              <a:off x="3361560" y="896118"/>
              <a:ext cx="4821120" cy="32994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728F15A-6416-86CB-90E1-BD0296031DC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55440" y="889998"/>
                <a:ext cx="4833360" cy="331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8395689-DCD4-EED3-E96B-31C3F4875072}"/>
                  </a:ext>
                </a:extLst>
              </p14:cNvPr>
              <p14:cNvContentPartPr/>
              <p14:nvPr/>
            </p14:nvContentPartPr>
            <p14:xfrm>
              <a:off x="3352560" y="1307958"/>
              <a:ext cx="5098680" cy="2889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8395689-DCD4-EED3-E96B-31C3F487507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46440" y="1301838"/>
                <a:ext cx="5110920" cy="290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7839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D50C471-4466-542D-EDAE-CD5E5E509F31}"/>
              </a:ext>
            </a:extLst>
          </p:cNvPr>
          <p:cNvCxnSpPr>
            <a:cxnSpLocks/>
          </p:cNvCxnSpPr>
          <p:nvPr/>
        </p:nvCxnSpPr>
        <p:spPr>
          <a:xfrm flipV="1">
            <a:off x="3048000" y="708212"/>
            <a:ext cx="0" cy="2097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C3E0329-6597-8483-4E29-6B6C530C9C7C}"/>
              </a:ext>
            </a:extLst>
          </p:cNvPr>
          <p:cNvCxnSpPr>
            <a:cxnSpLocks/>
          </p:cNvCxnSpPr>
          <p:nvPr/>
        </p:nvCxnSpPr>
        <p:spPr>
          <a:xfrm>
            <a:off x="3048000" y="2796988"/>
            <a:ext cx="24652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73FB39-29B6-F436-7DCE-A992A15493C5}"/>
              </a:ext>
            </a:extLst>
          </p:cNvPr>
          <p:cNvCxnSpPr>
            <a:cxnSpLocks/>
          </p:cNvCxnSpPr>
          <p:nvPr/>
        </p:nvCxnSpPr>
        <p:spPr>
          <a:xfrm>
            <a:off x="3047999" y="2788024"/>
            <a:ext cx="14612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002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26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 Nguyen</dc:creator>
  <cp:lastModifiedBy>Hoang Nguyen</cp:lastModifiedBy>
  <cp:revision>3</cp:revision>
  <dcterms:created xsi:type="dcterms:W3CDTF">2025-12-09T05:40:32Z</dcterms:created>
  <dcterms:modified xsi:type="dcterms:W3CDTF">2025-12-09T07:24:18Z</dcterms:modified>
</cp:coreProperties>
</file>